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C2D"/>
          </a:solidFill>
          <a:ln>
            <a:solidFill>
              <a:srgbClr val="080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45720"/>
          </a:xfrm>
          <a:prstGeom prst="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Data Storytelling &amp;</a:t>
            </a:r>
            <a:br/>
            <a:r>
              <a:t>Statistical Validation</a:t>
            </a:r>
          </a:p>
          <a:p>
            <a:pPr algn="ctr">
              <a:defRPr sz="1800">
                <a:solidFill>
                  <a:srgbClr val="E6EBFF"/>
                </a:solidFill>
              </a:defRPr>
            </a:pPr>
            <a:r>
              <a:t>Task 4 | Data Analytics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389120"/>
            <a:ext cx="4480560" cy="640080"/>
          </a:xfrm>
          <a:prstGeom prst="round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77639" y="452628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Business Insights • Hypothesis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C2D"/>
          </a:solidFill>
          <a:ln>
            <a:solidFill>
              <a:srgbClr val="080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45720"/>
          </a:xfrm>
          <a:prstGeom prst="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Analyze cleaned sales data to identify business insights.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Transform findings into a compelling business story.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Validate one key finding using statistical testing.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Provide actionable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311729"/>
            <a:ext cx="3200400" cy="4754880"/>
          </a:xfrm>
          <a:prstGeom prst="roundRect">
            <a:avLst/>
          </a:prstGeom>
          <a:solidFill>
            <a:srgbClr val="141E5A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Business Goal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1828800"/>
            <a:ext cx="1188720" cy="118872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46920" y="2926080"/>
            <a:ext cx="457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C2D"/>
          </a:solidFill>
          <a:ln>
            <a:solidFill>
              <a:srgbClr val="080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45720"/>
          </a:xfrm>
          <a:prstGeom prst="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EDA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Electronics generated the highest revenue.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Bangalore contributed the most sales.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Monthly sales showed a positive growth trend.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Top products accounted for a major share of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98674" y="1417320"/>
            <a:ext cx="3200400" cy="4754880"/>
          </a:xfrm>
          <a:prstGeom prst="roundRect">
            <a:avLst/>
          </a:prstGeom>
          <a:solidFill>
            <a:srgbClr val="141E5A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endParaRPr lang="en-US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Key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3931920"/>
            <a:ext cx="256032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98280" y="3383280"/>
            <a:ext cx="256032" cy="146304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55480" y="2743200"/>
            <a:ext cx="256032" cy="210312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12680" y="3566160"/>
            <a:ext cx="256032" cy="1280160"/>
          </a:xfrm>
          <a:prstGeom prst="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C2D"/>
          </a:solidFill>
          <a:ln>
            <a:solidFill>
              <a:srgbClr val="080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45720"/>
          </a:xfrm>
          <a:prstGeom prst="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Sales performance indicates steady business growth.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Electronics is the strongest-performing category.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High-performing cities deserve additional marketing investment.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Best-selling products should receive higher inventory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914400"/>
            <a:ext cx="3200400" cy="4754880"/>
          </a:xfrm>
          <a:prstGeom prst="roundRect">
            <a:avLst/>
          </a:prstGeom>
          <a:solidFill>
            <a:srgbClr val="141E5A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endParaRPr lang="en-US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Story</a:t>
            </a:r>
          </a:p>
        </p:txBody>
      </p:sp>
      <p:sp>
        <p:nvSpPr>
          <p:cNvPr id="7" name="Oval 6"/>
          <p:cNvSpPr/>
          <p:nvPr/>
        </p:nvSpPr>
        <p:spPr>
          <a:xfrm>
            <a:off x="9326880" y="2157766"/>
            <a:ext cx="1188720" cy="118872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92640" y="3163606"/>
            <a:ext cx="457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C2D"/>
          </a:solidFill>
          <a:ln>
            <a:solidFill>
              <a:srgbClr val="080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45720"/>
          </a:xfrm>
          <a:prstGeom prst="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Hypothesis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Business Question: Do Electronics products generate higher sales than Fashion products?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H0: No significant difference exists.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H1: Electronics sales are significantly higher.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Decision will be based on the p-value.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914400"/>
            <a:ext cx="3200400" cy="4754880"/>
          </a:xfrm>
          <a:prstGeom prst="roundRect">
            <a:avLst/>
          </a:prstGeom>
          <a:solidFill>
            <a:srgbClr val="141E5A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endParaRPr lang="en-US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Test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9235440" y="1939835"/>
            <a:ext cx="1371600" cy="1828800"/>
          </a:xfrm>
          <a:prstGeom prst="triangle">
            <a:avLst/>
          </a:prstGeom>
          <a:solidFill>
            <a:srgbClr val="64C8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C2D"/>
          </a:solidFill>
          <a:ln>
            <a:solidFill>
              <a:srgbClr val="080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45720"/>
          </a:xfrm>
          <a:prstGeom prst="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Statistical Validation (T-Test)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Method: Independent Two-Sample T-Test.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Example Result: p-value = 0.000001.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Since p &lt; 0.05, reject the null hypothesis.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The sales difference is statistically significant.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3697" y="740664"/>
            <a:ext cx="3200400" cy="4754880"/>
          </a:xfrm>
          <a:prstGeom prst="roundRect">
            <a:avLst/>
          </a:prstGeom>
          <a:solidFill>
            <a:srgbClr val="141E5A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Validated</a:t>
            </a:r>
          </a:p>
        </p:txBody>
      </p:sp>
      <p:sp>
        <p:nvSpPr>
          <p:cNvPr id="7" name="Oval 6"/>
          <p:cNvSpPr/>
          <p:nvPr/>
        </p:nvSpPr>
        <p:spPr>
          <a:xfrm>
            <a:off x="9281160" y="1633584"/>
            <a:ext cx="1280160" cy="1280160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4743" y="1859279"/>
            <a:ext cx="8273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C1445"/>
                </a:solidFill>
              </a:defRPr>
            </a:pPr>
            <a:r>
              <a:rPr dirty="0"/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C2D"/>
          </a:solidFill>
          <a:ln>
            <a:solidFill>
              <a:srgbClr val="080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45720"/>
          </a:xfrm>
          <a:prstGeom prst="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Increase Electronics inventory.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Focus marketing campaigns on Bangalore.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Promote top-selling products.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Monitor monthly sales trends for future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960120"/>
            <a:ext cx="3200400" cy="4754880"/>
          </a:xfrm>
          <a:prstGeom prst="roundRect">
            <a:avLst/>
          </a:prstGeom>
          <a:solidFill>
            <a:srgbClr val="141E5A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endParaRPr lang="en-US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US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Action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9029700" y="2880360"/>
            <a:ext cx="256032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26880" y="2331720"/>
            <a:ext cx="256032" cy="146304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65208" y="1691640"/>
            <a:ext cx="256032" cy="210312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91344" y="2514600"/>
            <a:ext cx="256032" cy="1280160"/>
          </a:xfrm>
          <a:prstGeom prst="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80C2D"/>
          </a:solidFill>
          <a:ln>
            <a:solidFill>
              <a:srgbClr val="080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45720"/>
          </a:xfrm>
          <a:prstGeom prst="rect">
            <a:avLst/>
          </a:prstGeom>
          <a:solidFill>
            <a:srgbClr val="6C63FF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Data storytelling converted raw data into meaningful business decisions.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Statistical testing increased confidence in the findings.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These insights support inventory and marketing strategies.</a:t>
            </a:r>
          </a:p>
          <a:p>
            <a:pPr>
              <a:spcAft>
                <a:spcPts val="1200"/>
              </a:spcAft>
              <a:defRPr sz="2000">
                <a:solidFill>
                  <a:srgbClr val="E6EBFF"/>
                </a:solidFill>
              </a:defRPr>
            </a:pPr>
            <a:r>
              <a:t>• Thank You!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124712"/>
            <a:ext cx="3200400" cy="4754880"/>
          </a:xfrm>
          <a:prstGeom prst="roundRect">
            <a:avLst/>
          </a:prstGeom>
          <a:solidFill>
            <a:srgbClr val="141E5A"/>
          </a:solidFill>
          <a:ln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Success</a:t>
            </a:r>
          </a:p>
        </p:txBody>
      </p:sp>
      <p:sp>
        <p:nvSpPr>
          <p:cNvPr id="7" name="Oval 6"/>
          <p:cNvSpPr/>
          <p:nvPr/>
        </p:nvSpPr>
        <p:spPr>
          <a:xfrm>
            <a:off x="9235440" y="2011680"/>
            <a:ext cx="1280160" cy="1280160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00032" y="2176272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C1445"/>
                </a:solidFill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280</Words>
  <Application>Microsoft Office PowerPoint</Application>
  <PresentationFormat>Custom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Kamani kumari</cp:lastModifiedBy>
  <cp:revision>2</cp:revision>
  <dcterms:created xsi:type="dcterms:W3CDTF">2013-01-27T09:14:16Z</dcterms:created>
  <dcterms:modified xsi:type="dcterms:W3CDTF">2026-08-21T14:26:56Z</dcterms:modified>
  <cp:category/>
</cp:coreProperties>
</file>